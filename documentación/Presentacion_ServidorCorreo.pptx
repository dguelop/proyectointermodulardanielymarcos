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0tw5jr08CPqS0joBoYgsft9Q9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281BC1-6C51-45B5-8A3E-AB9CF360824C}">
  <a:tblStyle styleId="{F0281BC1-6C51-45B5-8A3E-AB9CF36082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91440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57200" y="82296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Servidor de Correo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55448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Corporativo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42316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 Intermodular · Daniel y Marcos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017520"/>
            <a:ext cx="1280160" cy="34747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74520" y="3017520"/>
            <a:ext cx="1280160" cy="34747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87452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Dovecot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91840" y="3017520"/>
            <a:ext cx="1280160" cy="34747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29184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Roundcube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709160" y="3017520"/>
            <a:ext cx="1280160" cy="34747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70916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Ubuntu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126480" y="3017520"/>
            <a:ext cx="1280160" cy="34747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12648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Webmin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proyectosmr.abrdns.com  ·  202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202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del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1143000"/>
            <a:ext cx="8412480" cy="123444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3258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37160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Implantar un servidor de correo electrónico corporativo propio,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independiente de proveedores externos (Gmail, Outlook 365…)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2606040"/>
            <a:ext cx="2606040" cy="2103120"/>
          </a:xfrm>
          <a:prstGeom prst="rect">
            <a:avLst/>
          </a:prstGeom>
          <a:solidFill>
            <a:srgbClr val="CFF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2743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502920" y="340156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3794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Datos en nuestro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propio 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0" y="2606040"/>
            <a:ext cx="2606040" cy="210312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6240" y="2743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3337560" y="340156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37560" y="3794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Configuración 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administración propias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035040" y="2606040"/>
            <a:ext cx="2606040" cy="210312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880" y="2743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172200" y="340156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Independencia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72200" y="37947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 costes 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suscripción externa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74320" y="1188720"/>
            <a:ext cx="1920240" cy="1417320"/>
          </a:xfrm>
          <a:prstGeom prst="rect">
            <a:avLst/>
          </a:prstGeom>
          <a:solidFill>
            <a:srgbClr val="CFF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1298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365760" y="18470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22128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Correo entrante/saliente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194560" y="1801368"/>
            <a:ext cx="201168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340864" y="17190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450592" y="1188720"/>
            <a:ext cx="1920240" cy="141732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960" y="1298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2542032" y="18470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542032" y="22128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SMTP · puertos 25/587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370832" y="1801368"/>
            <a:ext cx="201168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517136" y="17190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26864" y="1188720"/>
            <a:ext cx="1920240" cy="141732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5232" y="1298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4718304" y="18470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Dovecot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18304" y="22128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IMAP · puerto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47104" y="1801368"/>
            <a:ext cx="201168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693408" y="171907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03136" y="1188720"/>
            <a:ext cx="1920240" cy="141732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1504" y="12984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6894576" y="18470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Maildir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894576" y="22128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~/Maildir/ (buzones)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Clientes de acceso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3291840"/>
            <a:ext cx="1920240" cy="1417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3401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365760" y="395020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Thunderbird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42702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IMAP + SMTP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450592" y="3291840"/>
            <a:ext cx="1920240" cy="1417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960" y="3401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2542032" y="395020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Outlook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542032" y="42702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IMAP + SMTP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626864" y="3291840"/>
            <a:ext cx="1920240" cy="1417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5232" y="3401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4718304" y="395020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Roundcube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18304" y="42702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03136" y="3291840"/>
            <a:ext cx="1920240" cy="141732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61504" y="3401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6894576" y="395020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Móviles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894576" y="42702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iOS/Android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4320" y="1078992"/>
            <a:ext cx="4206240" cy="114300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533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051560" y="115214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51560" y="15361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Agente MTA. Gestiona envío y recepción de correo mediante SMTP.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1078992"/>
            <a:ext cx="4206240" cy="1143000"/>
          </a:xfrm>
          <a:prstGeom prst="rect">
            <a:avLst/>
          </a:prstGeom>
          <a:solidFill>
            <a:srgbClr val="CFF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533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5440680" y="115214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Dovecot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40680" y="15361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Servidor IMAP/POP3. Gestiona buzones y autenticación SASL.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" y="2423160"/>
            <a:ext cx="4206240" cy="114300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2697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1051560" y="24963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Roundcube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051560" y="28803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Webmail accesible desde cualquier navegador, sin instalar nada.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663440" y="2423160"/>
            <a:ext cx="4206240" cy="114300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2697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5440680" y="24963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440680" y="28803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Panel web de administración: usuarios, servicios y monitorización.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423160" y="3749040"/>
            <a:ext cx="4297680" cy="114300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0320" y="40233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3200400" y="382219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Ubuntu Server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00400" y="42062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Sistema operativo base. Toda la infraestructura montada a mano.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Dominio y Configuración DNS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74320" y="1097280"/>
            <a:ext cx="3931920" cy="164592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1143000" y="1143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Dominio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5" y="1691629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2048253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Servidor: mail.proyectosmr.abrdns.com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11442" y="2322530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Webmail:  roundcube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Registros DNS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5"/>
          <p:cNvGraphicFramePr/>
          <p:nvPr/>
        </p:nvGraphicFramePr>
        <p:xfrm>
          <a:off x="448056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{F0281BC1-6C51-45B5-8A3E-AB9CF360824C}</a:tableStyleId>
              </a:tblPr>
              <a:tblGrid>
                <a:gridCol w="640075"/>
                <a:gridCol w="1737350"/>
                <a:gridCol w="2011675"/>
              </a:tblGrid>
              <a:tr h="3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mail.proyectosmr…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IP_SERVIDOR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proyectosmr…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mail.proyectosmr…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proyectosmr…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v=spf1 mx ~all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5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Puertos del servidor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3364992"/>
            <a:ext cx="1920240" cy="137160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65760" y="349300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40965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SMTP entrada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450592" y="3364992"/>
            <a:ext cx="1920240" cy="137160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542032" y="349300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587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542032" y="40965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SMTP autenticado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626864" y="3364992"/>
            <a:ext cx="1920240" cy="1371600"/>
          </a:xfrm>
          <a:prstGeom prst="rect">
            <a:avLst/>
          </a:prstGeom>
          <a:solidFill>
            <a:srgbClr val="CFF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718304" y="349300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143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718304" y="40965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IMAP seguro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803136" y="3364992"/>
            <a:ext cx="1920240" cy="1371600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894576" y="3493008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894576" y="409651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Reparto de Tareas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DBE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74320" y="1051560"/>
            <a:ext cx="402336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155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987552" y="11155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9202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914400" y="18745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Postfix (SMTP)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1440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Instalación y configuración de main.cf, parámetros SASL e integración con Dovecot.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8803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914400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DNS y Dominio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14400" y="318211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Configuración de registros A, MX y SPF para el dominio proyectosmr.abrdns.com.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8404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914400" y="37947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Firewall (UFW)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14400" y="41422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Apertura de puertos necesarios (25, 587, 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143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 10000) y reglas de seguridad.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846320" y="1051560"/>
            <a:ext cx="4023360" cy="3794760"/>
          </a:xfrm>
          <a:prstGeom prst="rect">
            <a:avLst/>
          </a:prstGeom>
          <a:solidFill>
            <a:srgbClr val="CFFAFE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846320" y="1051560"/>
            <a:ext cx="4023360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11556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5559552" y="111556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0" y="19202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5486400" y="18745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Dovecot (IMAP/POP3)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486400" y="22219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Instalación y configuración de 10-auth.conf, Maildir y autenticación SASL.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28803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5486400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Roundcube (Webmail)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486400" y="318211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Instalación y configuración del cliente webmail accesible desde navegador.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0" y="38404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5486400" y="37947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486400" y="41422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Instalación y configuración del panel de administración web del servidor.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del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74320" y="1078992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384048" y="182880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Envío de correos funcionando (Postfix)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154680" y="1078992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3264408" y="182880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Recepción local funcionando (Dovecot + Maildir)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035040" y="1078992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24358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6144768" y="1828800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Acceso desde Thunderbird y Microsoft Outlook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274320" y="2788920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953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/>
          <p:nvPr/>
        </p:nvSpPr>
        <p:spPr>
          <a:xfrm>
            <a:off x="384048" y="353872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Webmail operativo (Roundcube)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154680" y="2788920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2953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3264408" y="353872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Administración centralizada con Webmin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035040" y="2788920"/>
            <a:ext cx="2651760" cy="1463040"/>
          </a:xfrm>
          <a:prstGeom prst="rect">
            <a:avLst/>
          </a:prstGeom>
          <a:solidFill>
            <a:srgbClr val="DCFCE7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2953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6144768" y="353872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Servidor montado manualmente en Ubuntu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40" y="7315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 Intermodular · Daniel y Marcos · 202</a:t>
            </a: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-202</a:t>
            </a: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005840" y="3657600"/>
            <a:ext cx="1280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1005840" y="36576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450592" y="3657600"/>
            <a:ext cx="1280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2450592" y="36576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Dovecot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895344" y="3657600"/>
            <a:ext cx="1280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895344" y="36576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Roundcube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340096" y="3657600"/>
            <a:ext cx="1280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340096" y="36576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784848" y="3657600"/>
            <a:ext cx="12801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784848" y="36576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Ubuntu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914400" y="446227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proyectosmr.abrdns.com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2026-05-11T20:15:04Z</dcterms:created>
  <dc:creator>PptxGenJS</dc:creator>
</cp:coreProperties>
</file>